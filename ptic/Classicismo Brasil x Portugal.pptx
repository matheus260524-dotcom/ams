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8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4657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8174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397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72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493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975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4359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9230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526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829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262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901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8093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35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8135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045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659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AA0C24-DA00-46EC-8360-7718064AD845}" type="datetimeFigureOut">
              <a:rPr lang="pt-BR" smtClean="0"/>
              <a:t>03/06/2026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CF968-E97F-45A3-A98D-6EE3A60CEB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1877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1962D-F458-4495-B632-B39589F0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Classicismo</a:t>
            </a:r>
            <a:br>
              <a:rPr lang="en-US" dirty="0"/>
            </a:br>
            <a:r>
              <a:rPr lang="en-US" sz="2000" dirty="0" err="1"/>
              <a:t>Brasil</a:t>
            </a:r>
            <a:r>
              <a:rPr lang="en-US" sz="2000" dirty="0"/>
              <a:t> X Portugal</a:t>
            </a:r>
            <a:endParaRPr lang="pt-BR" sz="2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4774D67-A785-46DA-965B-74487AD9F35E}"/>
              </a:ext>
            </a:extLst>
          </p:cNvPr>
          <p:cNvSpPr txBox="1"/>
          <p:nvPr/>
        </p:nvSpPr>
        <p:spPr>
          <a:xfrm>
            <a:off x="646111" y="1668582"/>
            <a:ext cx="4293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Iremos</a:t>
            </a:r>
            <a:r>
              <a:rPr lang="en-US" dirty="0"/>
              <a:t> </a:t>
            </a:r>
            <a:r>
              <a:rPr lang="en-US" dirty="0" err="1"/>
              <a:t>falar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sz="18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ea typeface="+mn-ea"/>
                <a:cs typeface="+mn-cs"/>
              </a:rPr>
              <a:t>Período</a:t>
            </a:r>
            <a:r>
              <a:rPr lang="en-US" sz="18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ea typeface="+mn-ea"/>
                <a:cs typeface="+mn-cs"/>
              </a:rPr>
              <a:t> </a:t>
            </a:r>
            <a:r>
              <a:rPr lang="en-US" sz="18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ea typeface="+mn-ea"/>
                <a:cs typeface="+mn-cs"/>
              </a:rPr>
              <a:t>histórico</a:t>
            </a:r>
            <a:r>
              <a:rPr lang="en-US" sz="18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ea typeface="+mn-ea"/>
                <a:cs typeface="+mn-cs"/>
              </a:rPr>
              <a:t>, </a:t>
            </a:r>
            <a:r>
              <a:rPr lang="en-US" sz="18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ea typeface="+mn-ea"/>
                <a:cs typeface="+mn-cs"/>
              </a:rPr>
              <a:t>características</a:t>
            </a:r>
            <a:r>
              <a:rPr lang="en-US" sz="18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ea typeface="+mn-ea"/>
                <a:cs typeface="+mn-cs"/>
              </a:rPr>
              <a:t> do </a:t>
            </a:r>
            <a:r>
              <a:rPr lang="en-US" sz="18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ea typeface="+mn-ea"/>
                <a:cs typeface="+mn-cs"/>
              </a:rPr>
              <a:t>classicismo</a:t>
            </a:r>
            <a:r>
              <a:rPr lang="en-US" sz="18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ea typeface="+mn-ea"/>
                <a:cs typeface="+mn-cs"/>
              </a:rPr>
              <a:t> e </a:t>
            </a:r>
            <a:r>
              <a:rPr lang="en-US" sz="18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ea typeface="+mn-ea"/>
                <a:cs typeface="+mn-cs"/>
              </a:rPr>
              <a:t>seus</a:t>
            </a:r>
            <a:r>
              <a:rPr lang="en-US" sz="18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ea typeface="+mn-ea"/>
                <a:cs typeface="+mn-cs"/>
              </a:rPr>
              <a:t> </a:t>
            </a:r>
            <a:r>
              <a:rPr lang="en-US" sz="18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ea typeface="+mn-ea"/>
                <a:cs typeface="+mn-cs"/>
              </a:rPr>
              <a:t>principais</a:t>
            </a:r>
            <a:r>
              <a:rPr lang="en-US" sz="18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ea typeface="+mn-ea"/>
                <a:cs typeface="+mn-cs"/>
              </a:rPr>
              <a:t> </a:t>
            </a:r>
            <a:r>
              <a:rPr lang="en-US" sz="18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ea typeface="+mn-ea"/>
                <a:cs typeface="+mn-cs"/>
              </a:rPr>
              <a:t>autores</a:t>
            </a:r>
            <a:r>
              <a:rPr lang="en-US" sz="18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ea typeface="+mn-ea"/>
                <a:cs typeface="+mn-cs"/>
              </a:rPr>
              <a:t> e </a:t>
            </a:r>
            <a:r>
              <a:rPr lang="en-US" sz="18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ea typeface="+mn-ea"/>
                <a:cs typeface="+mn-cs"/>
              </a:rPr>
              <a:t>obras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0857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6E475-FD42-42F8-BB4D-5461E1F25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Oque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o </a:t>
            </a:r>
            <a:r>
              <a:rPr lang="en-US" dirty="0" err="1"/>
              <a:t>classicismo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geral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17525CA-276F-4F4E-8145-5DBA5938C2C5}"/>
              </a:ext>
            </a:extLst>
          </p:cNvPr>
          <p:cNvSpPr txBox="1"/>
          <p:nvPr/>
        </p:nvSpPr>
        <p:spPr>
          <a:xfrm>
            <a:off x="646111" y="1512402"/>
            <a:ext cx="60325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O Classicismo foi um movimento literário que surgiu na Europa durante o Renascimento. Ele foi inspirado na cultura greco-romana e valorizava a razão, o equilíbrio e a harmonia. Em Portugal, teve grande destaque, enquanto no Brasil a sua influência apareceu durante o período colonial.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3767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A1C9317-7145-419D-A998-DC012143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5449889" cy="1400530"/>
          </a:xfrm>
        </p:spPr>
        <p:txBody>
          <a:bodyPr/>
          <a:lstStyle/>
          <a:p>
            <a:r>
              <a:rPr lang="en-US" dirty="0" err="1"/>
              <a:t>Classicismo</a:t>
            </a:r>
            <a:r>
              <a:rPr lang="en-US" dirty="0"/>
              <a:t> no </a:t>
            </a:r>
            <a:r>
              <a:rPr lang="en-US" dirty="0" err="1"/>
              <a:t>Brasil</a:t>
            </a:r>
            <a:br>
              <a:rPr lang="en-US" dirty="0"/>
            </a:b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Período</a:t>
            </a:r>
            <a:r>
              <a:rPr lang="en-US" sz="12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histórico</a:t>
            </a:r>
            <a:r>
              <a:rPr lang="en-US" sz="12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, </a:t>
            </a: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características</a:t>
            </a:r>
            <a:r>
              <a:rPr lang="en-US" sz="12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 do </a:t>
            </a: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classicismo</a:t>
            </a:r>
            <a:r>
              <a:rPr lang="en-US" sz="12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 e </a:t>
            </a: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seus</a:t>
            </a:r>
            <a:r>
              <a:rPr lang="en-US" sz="12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principais</a:t>
            </a:r>
            <a:r>
              <a:rPr lang="en-US" sz="12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autores</a:t>
            </a:r>
            <a:r>
              <a:rPr lang="en-US" sz="12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 e </a:t>
            </a: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obras</a:t>
            </a:r>
            <a:endParaRPr lang="pt-BR" sz="1200" dirty="0">
              <a:latin typeface="+mn-l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E22F157-584B-4B07-8549-EEC193D9B5A2}"/>
              </a:ext>
            </a:extLst>
          </p:cNvPr>
          <p:cNvSpPr txBox="1"/>
          <p:nvPr/>
        </p:nvSpPr>
        <p:spPr>
          <a:xfrm>
            <a:off x="646111" y="1577788"/>
            <a:ext cx="96812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Período</a:t>
            </a:r>
            <a:r>
              <a:rPr lang="en-US" b="1" dirty="0"/>
              <a:t> </a:t>
            </a:r>
            <a:r>
              <a:rPr lang="en-US" b="1" dirty="0" err="1"/>
              <a:t>histórico</a:t>
            </a:r>
            <a:r>
              <a:rPr lang="en-US" b="1" dirty="0"/>
              <a:t>:</a:t>
            </a:r>
            <a:br>
              <a:rPr lang="en-US" dirty="0"/>
            </a:br>
            <a:r>
              <a:rPr lang="pt-BR" dirty="0"/>
              <a:t>No Brasil, o Classicismo chegou no século XVI (16) com a colonização portuguesa. Porém, ele não se desenvolveu como um movimento literário próprio. Nessa época, os textos eram mais voltados para descrever a nova terra e para a catequização dos indígenas.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F14459-FB5F-4035-813A-30009D347F2E}"/>
              </a:ext>
            </a:extLst>
          </p:cNvPr>
          <p:cNvSpPr txBox="1"/>
          <p:nvPr/>
        </p:nvSpPr>
        <p:spPr>
          <a:xfrm>
            <a:off x="646111" y="3149725"/>
            <a:ext cx="9681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Características</a:t>
            </a:r>
            <a:r>
              <a:rPr lang="en-US" b="1" dirty="0"/>
              <a:t>: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descrevia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fauna, flora e dos </a:t>
            </a:r>
            <a:r>
              <a:rPr lang="en-US" dirty="0" err="1"/>
              <a:t>povos</a:t>
            </a:r>
            <a:r>
              <a:rPr lang="en-US" dirty="0"/>
              <a:t> </a:t>
            </a:r>
            <a:r>
              <a:rPr lang="en-US" dirty="0" err="1"/>
              <a:t>indíginas</a:t>
            </a:r>
            <a:br>
              <a:rPr lang="en-US" dirty="0"/>
            </a:br>
            <a:r>
              <a:rPr lang="en-US" dirty="0" err="1"/>
              <a:t>Tinha</a:t>
            </a:r>
            <a:r>
              <a:rPr lang="en-US" dirty="0"/>
              <a:t> </a:t>
            </a:r>
            <a:r>
              <a:rPr lang="en-US" dirty="0" err="1"/>
              <a:t>objetivos</a:t>
            </a:r>
            <a:r>
              <a:rPr lang="en-US" dirty="0"/>
              <a:t> </a:t>
            </a:r>
            <a:r>
              <a:rPr lang="en-US" dirty="0" err="1"/>
              <a:t>informativos</a:t>
            </a:r>
            <a:r>
              <a:rPr lang="en-US" dirty="0"/>
              <a:t> e </a:t>
            </a:r>
            <a:r>
              <a:rPr lang="en-US" dirty="0" err="1"/>
              <a:t>religiosos</a:t>
            </a:r>
            <a:r>
              <a:rPr lang="en-US" dirty="0"/>
              <a:t> e </a:t>
            </a:r>
            <a:r>
              <a:rPr lang="en-US" dirty="0" err="1"/>
              <a:t>influenciaram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renascentistas</a:t>
            </a:r>
            <a:r>
              <a:rPr lang="en-US" dirty="0"/>
              <a:t> </a:t>
            </a:r>
            <a:r>
              <a:rPr lang="en-US" dirty="0" err="1"/>
              <a:t>portugueses</a:t>
            </a:r>
            <a:r>
              <a:rPr lang="en-US" dirty="0"/>
              <a:t>.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0974C66-5867-43B9-A228-7FE987D56B59}"/>
              </a:ext>
            </a:extLst>
          </p:cNvPr>
          <p:cNvSpPr txBox="1"/>
          <p:nvPr/>
        </p:nvSpPr>
        <p:spPr>
          <a:xfrm>
            <a:off x="646111" y="4122044"/>
            <a:ext cx="96005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Principais</a:t>
            </a:r>
            <a:r>
              <a:rPr lang="en-US" b="1" dirty="0"/>
              <a:t> </a:t>
            </a:r>
            <a:r>
              <a:rPr lang="en-US" b="1" dirty="0" err="1"/>
              <a:t>autores</a:t>
            </a:r>
            <a:r>
              <a:rPr lang="en-US" b="1" dirty="0"/>
              <a:t> e </a:t>
            </a:r>
            <a:r>
              <a:rPr lang="en-US" b="1" dirty="0" err="1"/>
              <a:t>obras</a:t>
            </a:r>
            <a:r>
              <a:rPr lang="en-US" b="1" dirty="0"/>
              <a:t>:</a:t>
            </a:r>
            <a:br>
              <a:rPr lang="en-US" dirty="0"/>
            </a:br>
            <a:r>
              <a:rPr lang="pt-BR" b="1" dirty="0"/>
              <a:t>Pero Vaz de Caminha</a:t>
            </a:r>
            <a:r>
              <a:rPr lang="pt-BR" dirty="0"/>
              <a:t> foi o autor da </a:t>
            </a:r>
            <a:r>
              <a:rPr lang="pt-BR" i="1" dirty="0"/>
              <a:t>Carta de Achamento do Brasil</a:t>
            </a:r>
            <a:r>
              <a:rPr lang="pt-BR" dirty="0"/>
              <a:t> (1500),esse  documento foi considerado o marco inicial da literatura brasileira. Nessa carta, ele descreve as paisagens, os recursos naturais e os povos indígenas encontrados pelos portugueses.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EF26ED6-1B20-4ED7-B155-42A601B1F2ED}"/>
              </a:ext>
            </a:extLst>
          </p:cNvPr>
          <p:cNvSpPr txBox="1"/>
          <p:nvPr/>
        </p:nvSpPr>
        <p:spPr>
          <a:xfrm>
            <a:off x="646111" y="5617898"/>
            <a:ext cx="9600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Padre José de Anchieta</a:t>
            </a:r>
            <a:r>
              <a:rPr lang="pt-BR" dirty="0"/>
              <a:t> foi um importante representante da Literatura Jesuítica. Ele escreveu poemas, cartas e peças teatrais usadas para a catequização dos indígenas.</a:t>
            </a:r>
          </a:p>
        </p:txBody>
      </p:sp>
    </p:spTree>
    <p:extLst>
      <p:ext uri="{BB962C8B-B14F-4D97-AF65-F5344CB8AC3E}">
        <p14:creationId xmlns:p14="http://schemas.microsoft.com/office/powerpoint/2010/main" val="3870999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A1C9317-7145-419D-A998-DC012143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15894"/>
            <a:ext cx="5449889" cy="1790811"/>
          </a:xfrm>
        </p:spPr>
        <p:txBody>
          <a:bodyPr/>
          <a:lstStyle/>
          <a:p>
            <a:r>
              <a:rPr lang="en-US" dirty="0" err="1"/>
              <a:t>Classicismo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Portugal</a:t>
            </a:r>
            <a:br>
              <a:rPr lang="en-US" dirty="0"/>
            </a:b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Período</a:t>
            </a:r>
            <a:r>
              <a:rPr lang="en-US" sz="12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histórico</a:t>
            </a:r>
            <a:r>
              <a:rPr lang="en-US" sz="12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, </a:t>
            </a: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características</a:t>
            </a:r>
            <a:r>
              <a:rPr lang="en-US" sz="12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 do </a:t>
            </a: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classicismo</a:t>
            </a:r>
            <a:r>
              <a:rPr lang="en-US" sz="12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 e </a:t>
            </a: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seus</a:t>
            </a:r>
            <a:r>
              <a:rPr lang="en-US" sz="12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principais</a:t>
            </a:r>
            <a:r>
              <a:rPr lang="en-US" sz="12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autores</a:t>
            </a:r>
            <a:r>
              <a:rPr lang="en-US" sz="1200" i="1" kern="1200" dirty="0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 e </a:t>
            </a:r>
            <a:r>
              <a:rPr lang="en-US" sz="1200" i="1" kern="1200" dirty="0" err="1">
                <a:ln w="9525" cap="flat" cmpd="sng" algn="ctr">
                  <a:solidFill>
                    <a:srgbClr val="404040">
                      <a:alpha val="10000"/>
                    </a:srgbClr>
                  </a:solidFill>
                  <a:prstDash val="solid"/>
                  <a:round/>
                </a:ln>
                <a:solidFill>
                  <a:srgbClr val="FFFFFF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rPr>
              <a:t>obras</a:t>
            </a:r>
            <a:endParaRPr lang="pt-BR" sz="1200" dirty="0">
              <a:latin typeface="+mn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A9CF9A2-D6DC-4559-A9B1-DB2FBD3E6D7E}"/>
              </a:ext>
            </a:extLst>
          </p:cNvPr>
          <p:cNvSpPr txBox="1"/>
          <p:nvPr/>
        </p:nvSpPr>
        <p:spPr>
          <a:xfrm>
            <a:off x="646110" y="2043952"/>
            <a:ext cx="97619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Período</a:t>
            </a:r>
            <a:r>
              <a:rPr lang="en-US" b="1" dirty="0"/>
              <a:t> </a:t>
            </a:r>
            <a:r>
              <a:rPr lang="en-US" b="1" dirty="0" err="1"/>
              <a:t>histórico</a:t>
            </a:r>
            <a:r>
              <a:rPr lang="en-US" b="1" dirty="0"/>
              <a:t>:</a:t>
            </a:r>
            <a:br>
              <a:rPr lang="en-US" dirty="0"/>
            </a:br>
            <a:r>
              <a:rPr lang="pt-BR" dirty="0"/>
              <a:t>Em Portugal o classicismo teve início em 1527, quando Sá de Miranda retornou da Itália trazendo as ideias renascentistas. O movimento permaneceu até 1580, esse período foi  marcado pelas Grandes Navegações e pela expansão marítima portuguesa.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1907FD5-8FB9-41FF-B048-8131367FEC97}"/>
              </a:ext>
            </a:extLst>
          </p:cNvPr>
          <p:cNvSpPr txBox="1"/>
          <p:nvPr/>
        </p:nvSpPr>
        <p:spPr>
          <a:xfrm>
            <a:off x="646109" y="3429000"/>
            <a:ext cx="97619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Características</a:t>
            </a:r>
            <a:r>
              <a:rPr lang="en-US" b="1" dirty="0"/>
              <a:t>:</a:t>
            </a:r>
            <a:br>
              <a:rPr lang="en-US" b="1" dirty="0"/>
            </a:br>
            <a:r>
              <a:rPr lang="pt-BR" b="1" dirty="0"/>
              <a:t>Características:</a:t>
            </a:r>
            <a:r>
              <a:rPr lang="pt-BR" dirty="0"/>
              <a:t> O Classicismo em Portugal valorizava a razão, o equilíbrio e a harmonia. Suas obras eram inspiradas na cultura greco-romana, utilizavam linguagem culta e exaltavam os feitos humanos e as conquistas portuguesas.</a:t>
            </a:r>
            <a:br>
              <a:rPr lang="en-US" b="1" dirty="0"/>
            </a:b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DBCAF1F-8986-4E2D-9428-58D62B033FD4}"/>
              </a:ext>
            </a:extLst>
          </p:cNvPr>
          <p:cNvSpPr txBox="1"/>
          <p:nvPr/>
        </p:nvSpPr>
        <p:spPr>
          <a:xfrm>
            <a:off x="646108" y="4577455"/>
            <a:ext cx="9761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Principais</a:t>
            </a:r>
            <a:r>
              <a:rPr lang="en-US" b="1" dirty="0"/>
              <a:t> </a:t>
            </a:r>
            <a:r>
              <a:rPr lang="en-US" b="1" dirty="0" err="1"/>
              <a:t>autores</a:t>
            </a:r>
            <a:r>
              <a:rPr lang="en-US" b="1" dirty="0"/>
              <a:t> e </a:t>
            </a:r>
            <a:r>
              <a:rPr lang="en-US" b="1" dirty="0" err="1"/>
              <a:t>obras</a:t>
            </a:r>
            <a:r>
              <a:rPr lang="en-US" b="1" dirty="0"/>
              <a:t>:</a:t>
            </a:r>
            <a:br>
              <a:rPr lang="en-US" b="1" dirty="0"/>
            </a:br>
            <a:r>
              <a:rPr lang="en-US" b="1" dirty="0"/>
              <a:t>L</a:t>
            </a:r>
            <a:r>
              <a:rPr lang="pt-BR" b="1" dirty="0" err="1"/>
              <a:t>uís</a:t>
            </a:r>
            <a:r>
              <a:rPr lang="pt-BR" b="1" dirty="0"/>
              <a:t> de Camões: </a:t>
            </a:r>
            <a:r>
              <a:rPr lang="pt-BR" dirty="0"/>
              <a:t>foi o maior representante do Classicismo português. Sua principal obra, </a:t>
            </a:r>
            <a:r>
              <a:rPr lang="pt-BR" i="1" dirty="0"/>
              <a:t>Os Lusíadas</a:t>
            </a:r>
            <a:r>
              <a:rPr lang="pt-BR" dirty="0"/>
              <a:t> (1572), narra a viagem de Vasco da Gama às Índias e exaltava as conquistas de Portugal.</a:t>
            </a:r>
            <a:endParaRPr lang="pt-BR" b="1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EAC6ACC-362B-4126-BF92-EB393118CA89}"/>
              </a:ext>
            </a:extLst>
          </p:cNvPr>
          <p:cNvSpPr txBox="1"/>
          <p:nvPr/>
        </p:nvSpPr>
        <p:spPr>
          <a:xfrm>
            <a:off x="646107" y="5696383"/>
            <a:ext cx="9761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Sá de Miranda foi responsável por introduzir o Classicismo em Portugal. Entre suas obras, destaca-se </a:t>
            </a:r>
            <a:r>
              <a:rPr lang="pt-BR" b="1" i="1" dirty="0"/>
              <a:t>Carta a D. João III</a:t>
            </a:r>
            <a:r>
              <a:rPr lang="pt-BR" b="1" dirty="0"/>
              <a:t>, que apresenta características como razão, equilíbrio e influência da cultura greco-romana.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2519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5E5C5-DCAC-4059-8B1A-D58FCD469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5449889" cy="1400530"/>
          </a:xfrm>
        </p:spPr>
        <p:txBody>
          <a:bodyPr/>
          <a:lstStyle/>
          <a:p>
            <a:r>
              <a:rPr lang="en-US" dirty="0" err="1"/>
              <a:t>Obrigado</a:t>
            </a:r>
            <a:r>
              <a:rPr lang="en-US" dirty="0"/>
              <a:t> pela </a:t>
            </a:r>
            <a:r>
              <a:rPr lang="en-US" dirty="0" err="1"/>
              <a:t>atenção</a:t>
            </a:r>
            <a:br>
              <a:rPr lang="en-US" dirty="0"/>
            </a:b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90D6E5-6FA4-4D91-A46F-7BE5DA4AE83B}"/>
              </a:ext>
            </a:extLst>
          </p:cNvPr>
          <p:cNvSpPr txBox="1"/>
          <p:nvPr/>
        </p:nvSpPr>
        <p:spPr>
          <a:xfrm>
            <a:off x="646111" y="2070847"/>
            <a:ext cx="5449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trabalho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realizado</a:t>
            </a:r>
            <a:r>
              <a:rPr lang="en-US" dirty="0"/>
              <a:t> por: Amanda, João Angelo, Miguel </a:t>
            </a:r>
            <a:r>
              <a:rPr lang="en-US" dirty="0" err="1"/>
              <a:t>Ortigosa</a:t>
            </a:r>
            <a:r>
              <a:rPr lang="en-US" dirty="0"/>
              <a:t> e Matheus de </a:t>
            </a:r>
            <a:r>
              <a:rPr lang="en-US"/>
              <a:t>Moura Henrique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75651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eveal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71</TotalTime>
  <Words>453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Íon</vt:lpstr>
      <vt:lpstr>Classicismo Brasil X Portugal</vt:lpstr>
      <vt:lpstr>Oque foi o classicismo em geral?</vt:lpstr>
      <vt:lpstr>Classicismo no Brasil Período histórico, características do classicismo e seus principais autores e obras</vt:lpstr>
      <vt:lpstr>Classicismo em Portugal Período histórico, características do classicismo e seus principais autores e obras</vt:lpstr>
      <vt:lpstr>Obrigado pela atenção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Classicismo Brasil X Portugal</dc:title>
  <dc:creator>HACHI .</dc:creator>
  <cp:lastModifiedBy>HACHI .</cp:lastModifiedBy>
  <cp:revision>10</cp:revision>
  <dcterms:created xsi:type="dcterms:W3CDTF">2026-06-04T00:35:33Z</dcterms:created>
  <dcterms:modified xsi:type="dcterms:W3CDTF">2026-06-04T01:51:14Z</dcterms:modified>
</cp:coreProperties>
</file>