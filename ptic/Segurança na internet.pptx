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69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86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57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37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98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14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69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77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01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33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401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035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742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1354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836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089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77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8A0231C-5E92-418E-92DE-94A78547FEFB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A124E7D-03EF-4D75-AA7B-83D94C6DA6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359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04C61A4-AD42-4AA9-F430-3F78091A9E29}"/>
              </a:ext>
            </a:extLst>
          </p:cNvPr>
          <p:cNvSpPr/>
          <p:nvPr/>
        </p:nvSpPr>
        <p:spPr>
          <a:xfrm>
            <a:off x="384048" y="6089904"/>
            <a:ext cx="2670048" cy="76809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BA44B0-5B0D-DAF6-7CDC-BBD90795F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" y="283362"/>
            <a:ext cx="5020235" cy="146304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t-BR" dirty="0">
                <a:latin typeface="Broadway" panose="04040905080B02020502" pitchFamily="82" charset="0"/>
              </a:rPr>
              <a:t>Segurança na internet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50D480-B6D0-C9CB-B9D9-4E4BAD309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784" y="2029968"/>
            <a:ext cx="5811864" cy="4059936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Como se proteger no mundo digital</a:t>
            </a:r>
          </a:p>
          <a:p>
            <a:r>
              <a:rPr lang="pt-BR" dirty="0">
                <a:solidFill>
                  <a:schemeClr val="accent1"/>
                </a:solidFill>
              </a:rPr>
              <a:t>Com o aumento das ameaças cibernéticas em 2026, adotar medidas de segurança digita inteligência artificial e golpes bancários sofisticados tornou-se essencial para proteger sua vida financeira e pessoal. A prevenção depende tanto de ferramentas técnicas quanto de hábitos conscientes</a:t>
            </a:r>
            <a:endParaRPr lang="pt-BR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A4A3F5-25C4-5A67-66A1-2D2C0A493BCC}"/>
              </a:ext>
            </a:extLst>
          </p:cNvPr>
          <p:cNvSpPr txBox="1"/>
          <p:nvPr/>
        </p:nvSpPr>
        <p:spPr>
          <a:xfrm>
            <a:off x="182880" y="6089904"/>
            <a:ext cx="3136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Feito por Mattheus de moura Henrique</a:t>
            </a:r>
          </a:p>
        </p:txBody>
      </p:sp>
    </p:spTree>
    <p:extLst>
      <p:ext uri="{BB962C8B-B14F-4D97-AF65-F5344CB8AC3E}">
        <p14:creationId xmlns:p14="http://schemas.microsoft.com/office/powerpoint/2010/main" val="204923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43000">
              <a:srgbClr val="3B9FC5"/>
            </a:gs>
            <a:gs pos="93088">
              <a:srgbClr val="0F6497"/>
            </a:gs>
            <a:gs pos="28000">
              <a:srgbClr val="42A8CC"/>
            </a:gs>
            <a:gs pos="60386">
              <a:srgbClr val="3697BF"/>
            </a:gs>
            <a:gs pos="69000">
              <a:srgbClr val="1A73A3"/>
            </a:gs>
            <a:gs pos="68000">
              <a:srgbClr val="2E8DB7"/>
            </a:gs>
            <a:gs pos="14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D76C8831-1F41-D6D7-4A25-FB4F1A252FE1}"/>
              </a:ext>
            </a:extLst>
          </p:cNvPr>
          <p:cNvSpPr/>
          <p:nvPr/>
        </p:nvSpPr>
        <p:spPr>
          <a:xfrm>
            <a:off x="8767570" y="2424337"/>
            <a:ext cx="2613407" cy="995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EC4F8B6-A037-B552-3D66-0D3C9DE10038}"/>
              </a:ext>
            </a:extLst>
          </p:cNvPr>
          <p:cNvSpPr/>
          <p:nvPr/>
        </p:nvSpPr>
        <p:spPr>
          <a:xfrm>
            <a:off x="1179512" y="1121302"/>
            <a:ext cx="4371975" cy="6762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C1E1390-A711-B3F5-94DD-F8C46FB2542E}"/>
              </a:ext>
            </a:extLst>
          </p:cNvPr>
          <p:cNvSpPr/>
          <p:nvPr/>
        </p:nvSpPr>
        <p:spPr>
          <a:xfrm>
            <a:off x="1028700" y="3933825"/>
            <a:ext cx="6448425" cy="26003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476518-0918-C3D4-53C9-66A0794E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287" y="705907"/>
            <a:ext cx="8534400" cy="1507067"/>
          </a:xfrm>
        </p:spPr>
        <p:txBody>
          <a:bodyPr/>
          <a:lstStyle/>
          <a:p>
            <a:r>
              <a:rPr lang="pt-BR" dirty="0">
                <a:latin typeface="Algerian" panose="04020705040A02060702" pitchFamily="82" charset="0"/>
              </a:rPr>
              <a:t>Principais riscos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6BE339-F231-45BF-656B-A59F60298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287" y="1528763"/>
            <a:ext cx="8534400" cy="4379808"/>
          </a:xfrm>
        </p:spPr>
        <p:txBody>
          <a:bodyPr/>
          <a:lstStyle/>
          <a:p>
            <a:r>
              <a:rPr lang="pt-BR" dirty="0">
                <a:latin typeface="Broadway" panose="04040905080B02020502" pitchFamily="82" charset="0"/>
              </a:rPr>
              <a:t>Vírus e malwares</a:t>
            </a:r>
            <a:br>
              <a:rPr lang="pt-BR" dirty="0">
                <a:latin typeface="Broadway" panose="04040905080B02020502" pitchFamily="82" charset="0"/>
              </a:rPr>
            </a:br>
            <a:r>
              <a:rPr lang="pt-BR" dirty="0" err="1">
                <a:latin typeface="Broadway" panose="04040905080B02020502" pitchFamily="82" charset="0"/>
              </a:rPr>
              <a:t>Phishing</a:t>
            </a:r>
            <a:r>
              <a:rPr lang="pt-BR" dirty="0">
                <a:latin typeface="Broadway" panose="04040905080B02020502" pitchFamily="82" charset="0"/>
              </a:rPr>
              <a:t> (golpes por e-mail ou mensagens)</a:t>
            </a:r>
            <a:br>
              <a:rPr lang="pt-BR" dirty="0">
                <a:latin typeface="Broadway" panose="04040905080B02020502" pitchFamily="82" charset="0"/>
              </a:rPr>
            </a:br>
            <a:r>
              <a:rPr lang="pt-BR" dirty="0">
                <a:latin typeface="Broadway" panose="04040905080B02020502" pitchFamily="82" charset="0"/>
              </a:rPr>
              <a:t>Roubo de dados e identidade</a:t>
            </a:r>
            <a:br>
              <a:rPr lang="pt-BR" dirty="0">
                <a:latin typeface="Broadway" panose="04040905080B02020502" pitchFamily="82" charset="0"/>
              </a:rPr>
            </a:br>
            <a:r>
              <a:rPr lang="pt-BR" dirty="0">
                <a:latin typeface="Broadway" panose="04040905080B02020502" pitchFamily="82" charset="0"/>
              </a:rPr>
              <a:t>Invasão de contas</a:t>
            </a:r>
          </a:p>
          <a:p>
            <a:endParaRPr lang="pt-BR" dirty="0">
              <a:latin typeface="Broadway" panose="04040905080B02020502" pitchFamily="82" charset="0"/>
            </a:endParaRPr>
          </a:p>
          <a:p>
            <a:endParaRPr lang="pt-BR" dirty="0">
              <a:latin typeface="Broadway" panose="04040905080B02020502" pitchFamily="82" charset="0"/>
            </a:endParaRPr>
          </a:p>
          <a:p>
            <a:endParaRPr lang="pt-BR" dirty="0">
              <a:latin typeface="Broadway" panose="04040905080B02020502" pitchFamily="82" charset="0"/>
            </a:endParaRPr>
          </a:p>
        </p:txBody>
      </p:sp>
      <p:pic>
        <p:nvPicPr>
          <p:cNvPr id="1030" name="Picture 6" descr="Serpro ensina como proteger os dados contra golpes na internet">
            <a:extLst>
              <a:ext uri="{FF2B5EF4-FFF2-40B4-BE49-F238E27FC236}">
                <a16:creationId xmlns:a16="http://schemas.microsoft.com/office/drawing/2014/main" id="{763B2791-0BDF-CAEF-F2EB-9EAD3D64F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287" y="4119562"/>
            <a:ext cx="5916613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ERNAUTA - Por onde anda o &quot;Gordinho da Risada?&quot; Riad Alves é agora o &quot;Mc  Risadinha&quot; e mora no Paraná - Chapadense News">
            <a:extLst>
              <a:ext uri="{FF2B5EF4-FFF2-40B4-BE49-F238E27FC236}">
                <a16:creationId xmlns:a16="http://schemas.microsoft.com/office/drawing/2014/main" id="{10D98339-86DD-D6BA-349A-0E2C07DA8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449" y="403224"/>
            <a:ext cx="25336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F8761DB-9C32-A9C2-BDA3-1C31EB4DDA03}"/>
              </a:ext>
            </a:extLst>
          </p:cNvPr>
          <p:cNvSpPr txBox="1"/>
          <p:nvPr/>
        </p:nvSpPr>
        <p:spPr>
          <a:xfrm>
            <a:off x="9015984" y="2578608"/>
            <a:ext cx="240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“perdeu a conta </a:t>
            </a:r>
            <a:r>
              <a:rPr lang="pt-BR" dirty="0" err="1"/>
              <a:t>ksksksksksksksksks</a:t>
            </a:r>
            <a:r>
              <a:rPr lang="pt-BR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25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2">
                <a:tint val="97000"/>
                <a:hueMod val="92000"/>
                <a:satMod val="169000"/>
                <a:lumMod val="164000"/>
              </a:schemeClr>
            </a:gs>
            <a:gs pos="2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566E0664-3407-2018-FD00-4F36FCBB583E}"/>
              </a:ext>
            </a:extLst>
          </p:cNvPr>
          <p:cNvSpPr/>
          <p:nvPr/>
        </p:nvSpPr>
        <p:spPr>
          <a:xfrm>
            <a:off x="0" y="2276475"/>
            <a:ext cx="9218612" cy="32109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EFBA14-924A-04D0-3D6C-F88C0618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46641"/>
            <a:ext cx="8534400" cy="1507067"/>
          </a:xfrm>
        </p:spPr>
        <p:txBody>
          <a:bodyPr/>
          <a:lstStyle/>
          <a:p>
            <a:r>
              <a:rPr lang="pt-BR" dirty="0">
                <a:latin typeface="Broadway" panose="04040905080B02020502" pitchFamily="82" charset="0"/>
              </a:rPr>
              <a:t>Por que isso é importante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724D8F-795A-1959-6BD1-5079F120C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276475"/>
            <a:ext cx="8534400" cy="3615267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 internet faz parte do nosso dia a dia,</a:t>
            </a:r>
          </a:p>
          <a:p>
            <a:r>
              <a:rPr lang="pt-B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mas também traz riscos. Como Golpes,</a:t>
            </a:r>
          </a:p>
          <a:p>
            <a:r>
              <a:rPr lang="pt-B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roubo de dados e invasões podem causar prejuízos financeiros e pessoais.</a:t>
            </a:r>
            <a:br>
              <a:rPr lang="pt-BR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Por isso, é essencial saber como se proteger online.</a:t>
            </a:r>
          </a:p>
          <a:p>
            <a:endParaRPr lang="pt-BR" dirty="0"/>
          </a:p>
        </p:txBody>
      </p:sp>
      <p:pic>
        <p:nvPicPr>
          <p:cNvPr id="2050" name="Picture 2" descr="Modo Serio Mamaco Meme - Modo Serio Mamaco Macaco Serio - Descobrir e  Compartilhar GIFs">
            <a:extLst>
              <a:ext uri="{FF2B5EF4-FFF2-40B4-BE49-F238E27FC236}">
                <a16:creationId xmlns:a16="http://schemas.microsoft.com/office/drawing/2014/main" id="{3DDFD10E-F35D-FAF0-367E-E07B5D290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824" y="257174"/>
            <a:ext cx="2000250" cy="133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520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B177DDCC-9650-0E59-F394-7163E28BA58C}"/>
              </a:ext>
            </a:extLst>
          </p:cNvPr>
          <p:cNvSpPr/>
          <p:nvPr/>
        </p:nvSpPr>
        <p:spPr>
          <a:xfrm>
            <a:off x="714820" y="4292938"/>
            <a:ext cx="4572000" cy="18873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788C78-3098-3932-825D-ADA6456265B4}"/>
              </a:ext>
            </a:extLst>
          </p:cNvPr>
          <p:cNvSpPr/>
          <p:nvPr/>
        </p:nvSpPr>
        <p:spPr>
          <a:xfrm>
            <a:off x="932688" y="2505456"/>
            <a:ext cx="7196328" cy="1691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CC2C71-7C09-49E2-D74B-DCE95CC15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52" y="334602"/>
            <a:ext cx="8534400" cy="1507067"/>
          </a:xfrm>
        </p:spPr>
        <p:txBody>
          <a:bodyPr/>
          <a:lstStyle/>
          <a:p>
            <a:r>
              <a:rPr lang="pt-BR" dirty="0">
                <a:latin typeface="Algerian" panose="04020705040A02060702" pitchFamily="82" charset="0"/>
              </a:rPr>
              <a:t>Senhas </a:t>
            </a:r>
            <a:r>
              <a:rPr lang="pt-BR" dirty="0" err="1">
                <a:latin typeface="Algerian" panose="04020705040A02060702" pitchFamily="82" charset="0"/>
              </a:rPr>
              <a:t>seguraças</a:t>
            </a:r>
            <a:endParaRPr lang="pt-BR" dirty="0">
              <a:latin typeface="Algerian" panose="04020705040A02060702" pitchFamily="8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41475A-176A-6DF4-9336-F3C44CD7B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84" y="1621366"/>
            <a:ext cx="8534400" cy="3615267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Use senhas fortes, com letras, números e símbolos.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Evite usar informações pessoais (como nome ou data de nascimento).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Nunca reutilize a mesma senha em vários sites.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D7238A-3FF2-0DD6-56BA-36523F2C55C2}"/>
              </a:ext>
            </a:extLst>
          </p:cNvPr>
          <p:cNvSpPr txBox="1"/>
          <p:nvPr/>
        </p:nvSpPr>
        <p:spPr>
          <a:xfrm>
            <a:off x="1097280" y="4715639"/>
            <a:ext cx="369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Nada de utilizar 1234 , nome , ou dará de Nascimento são senhas muito fracas</a:t>
            </a:r>
          </a:p>
        </p:txBody>
      </p:sp>
      <p:pic>
        <p:nvPicPr>
          <p:cNvPr id="3074" name="Picture 2" descr="Fotos Para A Tela Do Seu Celular (E Para A Capa Do Seu Livro) - &quot;Você não  sabe minha senha&quot;">
            <a:extLst>
              <a:ext uri="{FF2B5EF4-FFF2-40B4-BE49-F238E27FC236}">
                <a16:creationId xmlns:a16="http://schemas.microsoft.com/office/drawing/2014/main" id="{B14A9CD7-DE27-52F7-D130-4D1AD712B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620" y="139446"/>
            <a:ext cx="21050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4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EAF585A-9EC5-629F-F3BB-CB261008D5EB}"/>
              </a:ext>
            </a:extLst>
          </p:cNvPr>
          <p:cNvSpPr/>
          <p:nvPr/>
        </p:nvSpPr>
        <p:spPr>
          <a:xfrm>
            <a:off x="850328" y="2639737"/>
            <a:ext cx="8074152" cy="2560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5657AD8-7C71-7BE5-D453-45A94FE9DEF9}"/>
              </a:ext>
            </a:extLst>
          </p:cNvPr>
          <p:cNvSpPr/>
          <p:nvPr/>
        </p:nvSpPr>
        <p:spPr>
          <a:xfrm>
            <a:off x="713232" y="822960"/>
            <a:ext cx="4178808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A4C530-0174-C9A6-3833-6FBB1E2F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04" y="376935"/>
            <a:ext cx="8534400" cy="1507067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Boas praticas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646B0-3085-9785-CF28-B52360CE4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204" y="2112264"/>
            <a:ext cx="8534400" cy="3615267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  <a:latin typeface="Algerian" panose="04020705040A02060702" pitchFamily="82" charset="0"/>
              </a:rPr>
              <a:t>Mantenha seus aplicativos e sistemas atualizados.</a:t>
            </a:r>
            <a:br>
              <a:rPr lang="pt-BR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pt-BR" dirty="0">
                <a:solidFill>
                  <a:schemeClr val="tx1"/>
                </a:solidFill>
                <a:latin typeface="Algerian" panose="04020705040A02060702" pitchFamily="82" charset="0"/>
              </a:rPr>
              <a:t>Use antivírus e redes seguras.</a:t>
            </a:r>
            <a:br>
              <a:rPr lang="pt-BR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pt-BR" dirty="0">
                <a:solidFill>
                  <a:schemeClr val="tx1"/>
                </a:solidFill>
                <a:latin typeface="Algerian" panose="04020705040A02060702" pitchFamily="82" charset="0"/>
              </a:rPr>
              <a:t>Evite acessar contas importantes em Wi-Fi público.</a:t>
            </a:r>
          </a:p>
          <a:p>
            <a:r>
              <a:rPr lang="pt-BR" b="1" dirty="0">
                <a:solidFill>
                  <a:schemeClr val="tx1"/>
                </a:solidFill>
                <a:latin typeface="Algerian" panose="04020705040A02060702" pitchFamily="82" charset="0"/>
              </a:rPr>
              <a:t>Conclusão:</a:t>
            </a:r>
            <a:r>
              <a:rPr lang="pt-BR" dirty="0">
                <a:solidFill>
                  <a:schemeClr val="tx1"/>
                </a:solidFill>
                <a:latin typeface="Algerian" panose="04020705040A02060702" pitchFamily="82" charset="0"/>
              </a:rPr>
              <a:t> Pequenas atitudes fazem grande diferença na sua segurança online</a:t>
            </a:r>
            <a:r>
              <a:rPr lang="pt-BR" dirty="0">
                <a:latin typeface="Algerian" panose="04020705040A02060702" pitchFamily="82" charset="0"/>
              </a:rPr>
              <a:t>.</a:t>
            </a:r>
          </a:p>
          <a:p>
            <a:endParaRPr lang="pt-BR" dirty="0"/>
          </a:p>
        </p:txBody>
      </p:sp>
      <p:pic>
        <p:nvPicPr>
          <p:cNvPr id="4098" name="Picture 2" descr="Curso de Capacitação em Boas Práticas para Serviços de Alimentação – UFSM">
            <a:extLst>
              <a:ext uri="{FF2B5EF4-FFF2-40B4-BE49-F238E27FC236}">
                <a16:creationId xmlns:a16="http://schemas.microsoft.com/office/drawing/2014/main" id="{2BA67E4F-0406-C280-DC4A-542844BDC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299" y="287634"/>
            <a:ext cx="398145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90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2D87C-DE4E-EC29-221A-EB666CEC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64" y="537124"/>
            <a:ext cx="8534400" cy="150706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D16D9-713E-5D1E-28EF-3E1F11A8D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956" y="2313432"/>
            <a:ext cx="8534400" cy="3615267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839466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64</TotalTime>
  <Words>223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Algerian</vt:lpstr>
      <vt:lpstr>Arial</vt:lpstr>
      <vt:lpstr>Arial Black</vt:lpstr>
      <vt:lpstr>Broadway</vt:lpstr>
      <vt:lpstr>Century Gothic</vt:lpstr>
      <vt:lpstr>Wingdings 3</vt:lpstr>
      <vt:lpstr>Fatia</vt:lpstr>
      <vt:lpstr>Segurança na internet</vt:lpstr>
      <vt:lpstr>Principais riscos</vt:lpstr>
      <vt:lpstr>Por que isso é importante </vt:lpstr>
      <vt:lpstr>Senhas seguraças</vt:lpstr>
      <vt:lpstr>Boas praticas </vt:lpstr>
      <vt:lpstr>Apresentação do PowerPoint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Fatec</dc:creator>
  <cp:lastModifiedBy>Fatec</cp:lastModifiedBy>
  <cp:revision>2</cp:revision>
  <dcterms:created xsi:type="dcterms:W3CDTF">2026-03-31T15:38:55Z</dcterms:created>
  <dcterms:modified xsi:type="dcterms:W3CDTF">2026-03-31T16:43:19Z</dcterms:modified>
</cp:coreProperties>
</file>